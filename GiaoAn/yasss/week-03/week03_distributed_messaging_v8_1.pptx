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66928"/>
            <a:ext cx="10972800" cy="5532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68680"/>
            <a:ext cx="9601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98448"/>
            <a:ext cx="1010412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800" b="1">
                <a:solidFill>
                  <a:srgbClr val="162033"/>
                </a:solidFill>
                <a:latin typeface="Arial"/>
              </a:rPr>
              <a:t>Week 3 — Distributed Messaging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992124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162033"/>
                </a:solidFill>
                <a:latin typeface="Arial"/>
              </a:rPr>
              <a:t>Deck V8.1 Clean: mỗi Day gồm slide kiến thức và checkpoint suy luận có đáp 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9504"/>
            <a:ext cx="256032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2563EB"/>
                </a:solidFill>
                <a:latin typeface="Arial"/>
              </a:rPr>
              <a:t>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310128"/>
            <a:ext cx="4800600" cy="1664208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456432"/>
            <a:ext cx="4398264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D15. Distributed systems, partial failure
D16. Timeout, Retry, Idempotency
D17. RabbitMQ vs Kafka
D18. Kafka topic, partition, offset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3310128"/>
            <a:ext cx="4800600" cy="1664208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7" y="3456432"/>
            <a:ext cx="4398264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D19. Outbox, Inbox, Idempotent consumer
D20. Retry, DLQ, Event envelope
D21. CQRS, read model, 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40680"/>
            <a:ext cx="1005840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5F6B7A"/>
                </a:solidFill>
                <a:latin typeface="Arial"/>
              </a:rPr>
              <a:t>UI QA: short week tag • larger boxes • no text inside bordered shapes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Distributed systems, partial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Remote call không giống local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Trong hệ phân tán, một phần có thể lỗi còn phần khác vẫn chạy. Network call luôn có latency, timeout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Remote call
Có mạng ở giữa.
Không chắc như local method.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Partial failure
A sống, B lỗi,
hoặc mạng giữa A-B lỗi.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Timeout/degrade
Không chờ mãi.
Có thể giảm cấp kết quả.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A gọi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qua network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B không trả lời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uncertain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Timeout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cắt chờ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retry/fallback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Điểm khó là uncertainty: timeout không chứng minh bên kia chưa xử lý.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Thiết kế service-to-service call như function call trong cùng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Payment không trả lời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Nhận ra uncertainty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PaymentService không trả lời. OrderingService nên kết luận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Chắc payment chưa làm gì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Trạng thái không chắc chắn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Chỉ tăng 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Remote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có network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No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chắc kết quả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Partial 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có thể xảy ra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Không thể chắc payment đã hay chưa xử lý.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Distributed failure thường tạo uncertainty, nên cần timeout, idempotency và compensation.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Timeout, Retry, Idempotency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Retry an toàn cần idempotency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Timeout cắt chờ vô hạn. Retry xử lý lỗi tạm. Idempotency giúp retry không tạo tác dụng phụ lặp.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Timeout
Không chờ mãi.
Cần deadline rõ.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Retry
Chỉ retry lỗi tạm.
Có backoff/jitter.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Idempotency
Gửi lại vẫn an toàn.
Không tạo double side effect.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có timeout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Lỗi tạm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retry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Request lặp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idempotent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Kết quả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an toàn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Exactly-once end-to-end thường là ảo tưởng; thiết kế thực tế dựa vào at-least-once + dedup.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Retry mọi lỗi, nhất là POST/payment, mà không có idempotency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payment retry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Thấy rủi ro double charge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Client tạo payment bị timeout rồi retry. Nếu endpoint không idempotent, rủi ro là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Tạo payment hai lần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CPU giảm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JWT tự đổi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Timeout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rõ kết quả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Retry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gửi lại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No idempotency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side effect lặp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Có thể tạo payment hai lần.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Retry + side effect chỉ an toàn khi có idempotency hoặc dedup đáng tin.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RabbitMQ vs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Queue và Stream giải bài toán khác nhau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RabbitMQ thiên về queue/routing cho work item. Kafka thiên về distributed log/stream để giữ event và replay.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Queue
Một message giao cho worker.
Hợp job/command.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Stream
Event log có retention.
Nhiều consumer đọc.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Chọn theo use case
Không có tool tốt nhất
cho mọi bài toán.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Need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queue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RabbitMQ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routing/ack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Need replay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stream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Kafka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offset/retention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Câu hỏi đúng là semantics cần gì: work queue hay event stream.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Chọn Kafka chỉ vì nghe hiện đại, hoặc dùng queue cho bài toán cần replay/history.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nhiều consumer đọc lại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Chọn stream đúng use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Cần lưu order events để nhiều consumer độc lập đọc lại. Hướng nào hợp hơn?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Kafka/stream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Static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Nhiều 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đọc độc lập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Cần replay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event history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Stream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phù hợp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Kafka/stream phù hợp hơn cho event log và replay.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RabbitMQ hợp work queue; Kafka hợp event stream và replay.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Kafka topic, partition, offset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Nền tảng để debug Kafka lag và 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Topic chứa event. Partition giúp scale. Offset là vị trí đọc. Consumer group chia partitions cho các consumer.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Topic/Partition
Topic chia thành partitions
để song song hóa.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Offset
Vị trí message trong partition.
Consumer commit sau xử lý.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Ordering
Thứ tự chỉ đáng tin
trong một partition.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Producer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gửi event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chọn partition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Consumer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chia đọc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Commit offset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ghi vị trí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Muốn giữ thứ tự theo orderId, key nên đảm bảo event cùng order vào cùng partition.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Nói Kafka giữ thứ tự toàn topic, trong khi thực tế là theo partition.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giữ thứ tự theo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Hiểu partition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Muốn event cùng một order giữ thứ tự. Cách nào hợp lý?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Key = orderId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Không cần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Tăng consumer là đủ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Ordering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trong partition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chọn partition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orderId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cùng entity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Dùng key = orderId để event cùng order vào cùng partition.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Kafka scale bằng partition, nhưng ordering phải thiết kế bằng key.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Outbox, Inbox, Idempotent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Không mất event, không xử lý trùng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Outbox giữ business data và event record trong cùng transaction. Inbox/dedup giúp consumer xử lý duplicate an toàn.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Outbox
Ghi event record cùng DB tx.
Giảm rủi ro mất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Publisher
Đọc outbox rồi publish.
Có thể publish trùng.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Inbox/Dedup
Consumer lưu EventId.
Không xử lý lặp.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Save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tx local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Save outbox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cùng tx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ra broker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Dedup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ở consumer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Outbox chống mất event, không đảm bảo exactly-once. Consumer vẫn phải idempotent.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Publish trực tiếp sau SaveChanges rồi quên case DB và broker lệch nhau.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broker lỗi sau save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Thấy cần outbox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Order lưu DB thành công nhưng publish event lỗi. Vấn đề gì xảy ra?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DB và event lệch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CSS lỗi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JWT đổi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DB đã đổi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order tồn tại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Publish fail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no event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Downstream mù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biết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State trong DB và message stream bị lệch.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Outbox dùng local transaction để giữ business state và event record đồng bộ.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Retry, DLQ, Event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Message lỗi phải có đường xử lý rõ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Retry dùng cho lỗi tạm. Poison message không retry mãi. DLQ cô lập message lỗi. Envelope chứa metadata để dedup,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Retry
Có giới hạn và backoff.
Không vô hạn.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DLQ
Nơi chứa message lỗi
để điều tra/replay.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Envelope
EventId, type, version,
correlation 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Consume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xử lý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Transient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retry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Poison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DLQ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Fix/replay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sau điều tra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DLQ không phải thùng rác. Phải có monitor, runbook và cách replay an toàn.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Retry vô hạn poison message làm kẹt consumer và tăng lag.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event thiếu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Không retry mãi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Event thiếu field bắt buộc khiến consumer lỗi 100 lần. Làm gì hợp lý?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Retry vô hạn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Đưa DLQ sau giới hạn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Tắt hệ thống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Lỗi lặp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transient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Retry mãi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kẹt consumer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DLQ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cô lập lỗi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Đưa vào DLQ/failure store sau số lần thử hợp lý.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Retry cho transient error; poison message cần cô lập và điều tra.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CQRS, read model,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Tách đọc và ghi khi query cần tối ưu riêng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CQRS tách write model và read model. Projection cập nhật read model từ event. Rebuild dựa vào event history nếu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Write model
Xử lý rule nghiệp vụ.
Là source of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Read model
Tối ưu query.
Có thể eventual consistent.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Projection
Consumer event
cập nhật read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Write 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phát event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Projection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consume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Read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query nhanh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khi cần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Read model là derived data, không mặc định là source of truth.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Tưởng CQRS là Event Sourcing, hoặc nghĩ read model luôn realtime tuyệt đối.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read model 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Biết rebuild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Projection cũ ghi sai field trong Mongo read model. Cách sửa bền hơn?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Sửa từng doc mãi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Fix projection rồi rebuild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Xóa broker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Derived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phải truth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Logic sai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sửa projection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Có event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replay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Sửa projection rồi rebuild nếu event source đủ tin cậy.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CQRS tách đọc/ghi; projection cần idempotent và có chiến lược rebuild.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