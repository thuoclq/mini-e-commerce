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66928"/>
            <a:ext cx="10972800" cy="5532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9601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101041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800" b="1">
                <a:solidFill>
                  <a:srgbClr val="162033"/>
                </a:solidFill>
                <a:latin typeface="Arial"/>
              </a:rPr>
              <a:t>Week 4 — Production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992124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162033"/>
                </a:solidFill>
                <a:latin typeface="Arial"/>
              </a:rPr>
              <a:t>Deck V8.1 Clean: mỗi Day gồm slide kiến thức và checkpoint suy luận có đáp 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9504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2563EB"/>
                </a:solidFill>
                <a:latin typeface="Arial"/>
              </a:rPr>
              <a:t>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10128"/>
            <a:ext cx="4800600" cy="1664208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D22. Consistency decision points
D23. Payment saga orchestration
D24. Payment webhook reliability
D25. Resilience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310128"/>
            <a:ext cx="4800600" cy="1664208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7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D26. Gateway, rate limit, load balancing
D27. Correlation, tracing, metrics, alerting
D28. Integration testing, failure drills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05840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5F6B7A"/>
                </a:solidFill>
                <a:latin typeface="Arial"/>
              </a:rPr>
              <a:t>UI QA: short week tag • larger boxes • no text inside bordered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Consistency decision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phải chỗ nào cũng cần strong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Senior phải chỉ ra chỗ nào cần đúng ngay và chỗ nào chấp nhận eventual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Strong consistency
Đúng ngay tại điểm quyết định.
Ví dụ money/inventory.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Eventual consistency
Cho phép lệch tạm.
Hợp dashboard/read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Decision point
Nơi business ra quyết định.
Cần xác định rõ.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Phân loại use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critical?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Chọn điểm quyết định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must be correct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Phần phụ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eventual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Thiết kế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theo trade-off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Consistency không phải khẩu hiệu; nó là quyết định theo nghiệp vụ.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Áp eventual consistency bừa cho money/inventory mà không phân tích rủi 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dashboard vs trừ tiền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Chọn consistency theo rủi 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Dashboard doanh thu trễ 5s có thể chấp nhận. Kiểm tra đủ tiền trước khi trừ thì sao?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Cũng trễ thoải mái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Đây là decision point cần chắc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Không cần quan tâm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quan sát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Trừ tiền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quyết định thật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Rủi ro cao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cần chắc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Money decision thường cần đảm bảo mạnh hơn dashboard.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Luôn hỏi: đây là read model quan sát hay điểm ra quyết định business?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Payment saga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Workflow nhiều bước không có transaction toàn cục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Saga chia workflow thành local transactions. Orchestrator giữ state và quyết định bước tiếp theo hoặc compensation.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Saga
Chuỗi local transaction.
Không phải rollback toàn cục.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Orchestrator
Biết state tổng thể.
Ra command tiếp theo.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Compensation
Bù trừ logic khi lỗi.
Có thể cũng fail.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Create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Pay/reserve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If 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compensate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final 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Saga là state machine + compensation rõ ràng, không chỉ là mũi tên giữa service.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Nói saga như framework thần kỳ nhưng không mô tả state, timeout và compensation.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payment fail sau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Hiểu compensation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Order tạo xong nhưng payment fail. Saga nên làm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Rollback DB mọi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Chạy compensation/state phù hợp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Không làm gì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Local 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rollback toàn cục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Một bước 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state đã đổi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Saga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bù trừ logic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Cần compensation hoặc state chuyển tiếp phù hợp.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Saga thay distributed transaction bằng điều phối state và hành động bù trừ.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Payment webhook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Đầu vào từ provider phải verify, persist, dedup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Webhook phải được verify và persist an toàn trước khi coi là đã nhận. Duplicate thì dedup; mất event mới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Verify
Kiểm tra signature/secret.
Không tin payload mù.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Persist
Lưu webhook log/raw event
trước khi success.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Dedup
Provider có thể gửi lặp.
Dùng provider event 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Receive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raw webhook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signature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Persist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log/event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Dedup/trigger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update saga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Webhook là cầu nối ngoài-vào-trong; xử lý sai ở đây làm cả saga mất tin cậy.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Trả 2xx khi chưa lưu được event, khiến provider ngừng retry và event có thể mất.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DB lỗi khi webhook hợp lệ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success giả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Webhook hợp lệ nhưng DB lỗi nên chưa lưu được WebhookLog. Có nên trả 2xx?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Có, verify đủ rồi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Không, chưa persist an toàn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Có, dedup sau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Verify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mới bước đầu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DB lỗi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chưa lưu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2xx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provider ngừng retry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Chưa persist an toàn thì không trả success giả.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Verify, persist, dedup rồi mới coi event là đã xử lý an toàn.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Resilience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Timeout, retry và circuit breaker bảo vệ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Timeout giới hạn chờ. Retry xử lý lỗi tạm. Circuit breaker chặn downstream đang lỗi kéo cả hệ thống xuống.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Timeout
Không chờ vô hạn.
Mỗi call cần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Retry
Chỉ lỗi tạm.
Có giới hạn/backoff.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Circuit breaker
Ngừng gọi tạm thời
khi lỗi dồn dập.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timeout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Transient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retry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Repeated 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breaker open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half-open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Retry sai có thể làm incident nặng hơn. Breaker giúp giảm cascading failure.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Thêm retry khắp nơi nhưng không có timeout, backoff hoặc breaker.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downstream lỗi hàng loạt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Biết dùng breaker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CatalogService lỗi liên tục. Basket cứ retry làm cả hai nghẽn. Pattern nào giúp?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Circuit breaker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Bỏ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Lỗi liên tục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retry hại thêm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Cần tự bảo vệ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ngừng gọi tạm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Breaker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mở mạch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Circuit breaker giảm tải lên dependency đang lỗi.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Timeout cắt chờ, retry lỗi tạm, breaker xử lý lỗi kéo dài.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Gateway, rate limit, load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Edge layer bảo vệ và điều hướng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Gateway xử lý route, auth edge, rate limit và policy chung. Không nên biến gateway thành service nghiệp vụ lớn.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Gateway
Cửa vào hệ thống.
Route và policy chung.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Rate limit
Giới hạn lưu lượng.
Bảo vệ backend.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Load balancing
Phân phối request
qua nhiều instance.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gọi gateway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auth/limit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đến service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xử lý domain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Gateway nên thông minh vừa đủ. Business rule phức tạp phải ở domain service.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Nhét tính giá, state machine, payment logic vào gateway.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đặt logic ở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làm gateway quá béo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Tính năng nào hợp đặt ở gateway hơn service domain?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Rate limiting chung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Tính giá khuyến mãi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State transition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Concern chung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ở edge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Rate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bảo vệ hệ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Domain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ở service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Rate limiting chung phù hợp ở gateway.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Gateway tốt là lớp cửa ngõ, không phải nơi chứa nghiệp vụ cốt lõi.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Correlation, tracing, metrics,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quan sát được thì khó vận hành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Correlation ID nối log cùng request. Trace cho thấy đường đi. Metrics cho xu hướng. Alert giúp phản ứng sớm.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Correlation ID
Nối log xuyên service.
Theo cùng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Trace
Thấy span và timing
qua nhiều 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Metrics/Alert
Theo dõi latency, error,
lag và cảnh báo.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gắn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Propagate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qua service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Collect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logs/traces/metrics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khi xấu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Observability phải trả lời được: chậm ở đâu, lỗi vì gì, ai bị ảnh hưởng.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Log rất nhiều nhưng không có correlation id hoặc metric đủ tốt.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truy vết request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Dùng correlation id đúng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Request qua Gateway -&gt; Ordering -&gt; Payment rồi lỗi. Muốn gom log nhanh nhất dựa vào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Correlation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Màu 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Tên máy 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Nhiều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log rải rác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Cùng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cần nối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Correlation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khóa truy vết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Correlation ID giúp tìm log cùng flow.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Log cho chi tiết, metrics cho xu hướng, trace cho hành trình.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Integration testing, failure drills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Test flow thật và tập sự cố trước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Unit test chưa đủ cho distributed flow. Integration test và failure drill giúp kiểm chứng DB, broker, service và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Integration test
Test nhiều thành phần cùng chạy.
Ít mock hơn.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Testcontainers
Dùng DB/broker thật hơn
trong test tự động.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Failure drill
Chủ động gây lỗi
để kiểm phản ứng.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Build flow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API+DB+broker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Run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happy/unhappy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Inject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timeout/down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Improve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design/runbook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Senior biết test happy path và cả failure path quan trọng.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Mock hết mọi thứ nên test xanh nhưng production đỏ.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test projection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Chọn test gần thật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Muốn test tạo order -&gt; publish event -&gt; projection update. Cách nào đáng tin hơn?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Mock toàn bộ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Integration test với DB/broker thật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Chỉ đọc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Nhiều thành phần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dễ lệch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Broker/DB thật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bắt lỗi tích hợp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Failure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cũng cần test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Integration test gần thật đáng tin hơn cho flow nhiều thành phần.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Test tốt không chỉ chứng minh code chạy; nó chứng minh flow chịu lỗi được.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