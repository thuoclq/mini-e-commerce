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89611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— Database +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2029968"/>
            <a:ext cx="8412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Transaction, query, concurrency, migration, cache, Clean Architecture, DDD — học theo flow và tình huống.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10881360" cy="2423160"/>
          </a:xfrm>
          <a:prstGeom prst="roundRect">
            <a:avLst>
              <a:gd name="adj" fmla="val 3019"/>
            </a:avLst>
          </a:prstGeom>
          <a:solidFill>
            <a:srgbClr val="102A4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273552"/>
            <a:ext cx="1024128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cách ghi dữ liệu đúng bằng transaction, query nhanh bằng index, chống duplicate/update đè, migrate production an toàn, cache không sai nghiệp vụ, tới chia layer và ranh giới domain.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58368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mới: mỗi Day tối đa 2 slide — 1 slide học chính + 1 slide checkpoint có đáp án.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— Roadmap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 đồ học: mỗi ngày một lát cắt, nhưng nối thành một flow interview.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536192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Transaction, Isolation, Locking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63040" y="1892808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giúp đúng trong một DB; không thay thế Saga giữa nhiều service.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54480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23760" y="1536192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Index, Query, Pagination, IQueryable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0" y="1892808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Đừng bê cả kho cam về nhà rồi mới lọc cam ngon.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4360" y="2633472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70632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752344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Concurrency, Unique Constraint, Idempotency Key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6304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duplicate bằng code chưa đủ; DB unique constraint là chốt cuối.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355080" y="2633472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770632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2752344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Migration, Expand-Contract, Rollback Thinking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2376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có thể có app v1 và v2 chạy song song; schema phải chịu được cả hai.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94360" y="3849624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86784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Caching, Redis, Invalidation, Cache Failure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463040" y="4325112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là tối ưu hiệu năng, không mặc định là nguồn sự thật.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355080" y="3849624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986784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Architecture, Dependency Direction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23760" y="4325112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không biết Infrastructure tồn tại.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594360" y="5065776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02936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5184648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DDD Boundaries, Aggregate, Domain vs Integration Event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463040" y="5541264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thường là consistency/transaction boundary, không phải container nhét mọi thứ.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08 — Transaction, Isolation, Locking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Ghi dữ liệu phải đúng: commit/rollback, isolation anomaly, lock và deadlock.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Sổ cái bán cam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Một đơn mua cam cần ghi order, trừ kho, ghi payment, in biên lai. Nếu lỗi giữa chừng, sổ cái phải quay về trạng thái đúng.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Transaction = một gói thay đổi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Commit = chốt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Rollback = quay lại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Isolation = các giao dịch thấy nhau thế nào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Transaction giúp đúng trong một DB; không thay thế Saga giữa nhiều service.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transaction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Order + OrderItems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OutboxMessage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nếu tất cả OK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nếu có lỗi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Dirty read = đọc chưa commit; Phantom = query lại thấy thêm/mất dòng.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Ordering: Order + Outbox cùng transaction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Payment: WebhookLog + status atomic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Không gọi HTTP trong DB transaction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Deadlock cần retry có điều kiện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Gọi HTTP khi đang giữ transaction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Nghĩ transaction giải quyết cross-service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Không biết dirty/non-repeatable/phantom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 mạnh an toàn hơn nhưng có thể giảm throughput vì lock nhiều hơn.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08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 tạo Order xong, sau đó publish event. App crash trước khi publish. Order đã có nhưng consumer không biết.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Thiết kế nào giảm rủi ro mất event?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Transactional Outbox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Lưu Order và OutboxMessage trong cùng DB transaction. Publisher đọc outbox để publish sau commit.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Business data + message cùng commit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Không giữ transaction khi gọi HTTP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Outbox không chống duplicate nên consumer cần idempotent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Publish event trực tiếp sau SaveChanges là đủ.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đảm bảo một nhóm thay đổi cùng commit hoặc rollback. Isolation quyết định transaction nhìn thấy nhau thế nào, với các anomaly như dirty read, non-repeatable read, phantom read. Trong MicroShop, Order và OutboxMessage nên cùng transaction, nhưng không gọi HTTP trong transaction để tránh lock lâu/deadlock.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Commit = chốt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Rollback = hủy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Dirty = chưa commit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Deadlock = khóa chéo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09 — Index, Query, Pagination, IQueryable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nhanh không phải do đoán: cần index, query plan, paging và tránh ToList quá sớm.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lục sách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Muốn tìm đơn của khách Thuoc trong sổ dày, có mục lục thì nhảy tới đúng trang. Không có mục lục thì lật từng trang.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Index = mục lục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Query plan = kế hoạch DB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IQueryable = query còn đẩy xuống DB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Materialize = lấy data về memory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Đừng bê cả kho cam về nhà rồi mới lọc cam ngon.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nhận filter/page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IQueryable Where/OrderBy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Skip/Take hoặc cursor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translate sang SQL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ToList/execute sau cùng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IQueryable không magic: expression phải translate được sang SQL.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OrderQuery filter status/customer/date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WebhookLog index ProviderEventId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Outbox index status/createdAt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logs cần pagination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ToList trước Where/Skip/Take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Tạo index bừa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Nghĩ Kafka/DB chậm mà không xem query plan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giảm scan nhưng tăng storage/write overhead; chọn theo query pattern.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09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gọi db.Orders.ToList() rồi mới Where status = Paid và Skip/Take.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Vấn đề performance là gì? Cách sửa?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ToList quá sớm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lấy nhiều dữ liệu về memory rồi mới lọc/paging. Nên giữ IQueryable, Where/OrderBy/Skip/Take trước, materialize sau.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Đẩy filter/paging xuống DB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Xem query plan khi chậm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Expression phức tạp có thể không translate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IQueryable và IEnumerable khác tên thôi.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giống mục lục giúp DB giảm scan, nhưng có trade-off storage/write. Với EF, IQueryable cho phép provider dịch filter/sort/paging xuống DB; IEnumerable thường xử lý trong memory. Em tránh ToList quá sớm và dùng pagination. Với dữ liệu lớn, cursor pagination ổn hơn offset page sâu.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Index = mục lục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ToList = lấy về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Offset = Skip/Take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N+1 = query lặp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10 — Concurrency, Unique Constraint, Idempotency Key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Chống update đè, request trùng, webhook trùng bằng version và unique constraint.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 người sửa cùng phiếu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và B cùng đọc order Pending. A đổi Paid, B đổi Cancelled. Nếu không kiểm tra version, người ghi sau đè người ghi trước.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Concurrency = nhiều việc cùng lúc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Lost update = update bị đè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Unique constraint = DB không cho trùng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Idempotency = retry không tạo side effect mới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Check duplicate bằng code chưa đủ; DB unique constraint là chốt cuối.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đọc record version 5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nếu version vẫn 5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đổi version 6 nếu OK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Mismatch → 409 Conflict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key → skip/return existing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duplicate thường trả 2xx nhưng không xử lý side effect lần 2.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Payment WebhookLog unique ProviderEventId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Projection processed_events unique EventId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Checkout dùng Idempotency-Key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state dùng version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 memory để dedup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Retry POST không idempotency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Webhook duplicate trả lỗi làm provider retry mãi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409 Conflict phù hợp khi request hợp lệ nhưng xung đột trạng thái/dữ liệu.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10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provider gửi webhook evt_001 hai lần. Lần đầu đã xử lý thành công.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Lần thứ hai nên làm gì?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Dedup + 2xx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Dùng ProviderEventId unique để phát hiện duplicate, không xử lý side effect lần 2, thường trả 2xx để provider không retry mãi.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Duplicate là bình thường trong distributed system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Unique constraint chống race condition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Idempotent consumer cần cho retry/redelivery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Duplicate webhook là lỗi nghiêm trọng phải trả 409 cho provider.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Optimistic concurrency dùng version để tránh lost update; mismatch thường trả 409. Idempotency giúp retry không tạo side effect mới. Em dùng Idempotency-Key/ProviderEventId/EventId kết hợp unique constraint, vì check-then-insert trong code vẫn có race condition.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Version = chống ghi đè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Unique = chống trùng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Idempotent = retry an toàn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409 = conflict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11 — Production Migration, Expand-Contract, Rollback Thinking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Đổi schema khi app đang chạy: phải tương thích app cũ/mới và có đường lui.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Sửa cửa hàng đang mở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thể đập quầy thu ngân khi khách vẫn mua cam. Phải mở quầy mới song song, chuyển dần, rồi mới bỏ quầy cũ.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Migration = đổi schema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Backward-compatible = app cũ vẫn chạy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Expand-contract = thêm trước, bỏ sau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Backfill = điền dữ liệu cũ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Deploy có thể có app v1 và v2 chạy song song; schema phải chịu được cả hai.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Expand: thêm field/bảng mới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Backfill dữ liệu cũ theo batch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app đọc/ghi field mới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+ rollback plan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Contract: drop field cũ sau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index lớn production cần cẩn thận vì có thể gây tải/lock.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Thêm WebhookLogs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Thêm PayloadHash/SignatureValid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Thêm EventVersion optional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Index ProviderEventId production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Rename/drop cột ngay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Backfill 50M dòng một phát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Rollback app nhưng DB không còn tương thích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migration là bài toán compatibility, không chỉ chạy script.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11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v1 đọc cột Status. Migration rename Status thành OrderStatus ngay trong lúc rolling deploy.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là gì? Cách làm an toàn hơn?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App v1 có thể chết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Dùng expand-contract: thêm OrderStatus trước, backfill, app v2 đọc field mới, sau khi không còn app v1 mới drop Status.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Old/new app compatibility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Backfill batch + monitoring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DB rollback khó hơn app rollback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Local migration chạy được là production ổn.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migration cần backward compatibility vì app cũ/mới có thể chạy song song. Em dùng expand-contract: thêm cấu trúc mới không phá cũ, backfill hoặc dual-write, switch app sang field mới, rồi dọn field cũ sau. Backfill lớn chạy theo batch, có monitoring và rollback thinking.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Expand = thêm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Backfill = điền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Switch = chuyển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Contract = dọn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12 — Caching, Redis, Invalidation, Cache Failure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giúp nhanh hơn nhưng có thể làm sai dữ liệu nếu stale hoặc invalidate kém.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Tủ đồ gần quầy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Bảng giá để gần quầy giúp trả lời nhanh. Nhưng nếu kho đổi giá mà bảng chưa cập nhật, nhân viên báo sai.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Cache = bản sao đọc nhanh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TTL = thời gian sống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Stale data = dữ liệu cũ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Source of truth = nơi dữ liệu thật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Cache là tối ưu hiệu năng, không mặc định là nguồn sự thật.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cache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 → trả nhanh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 → đọc DB/service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cache + TTL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đổi → invalidate/update cache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payment/order state cần cẩn thận vì stale data có thể làm sai nghiệp vụ.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BasketService dùng Redis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 validation có thể cache TTL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Order/payment status không cache bừa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Redis down nên degrade nếu cache là optimization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Cache mọi thứ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Không TTL/invalidation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Redis down kéo sập service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Cache data tiền/trạng thái thật bừa bãi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Cache-aside đơn giản nhưng invalidation/stale data mới là phần khó.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12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status đã Paid trong DB nhưng cache vẫn Pending. UI dựa vào cache để cho user retry payment.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Vấn đề là gì? Cache loại dữ liệu nào cần đặc biệt cẩn thận?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Stale data nguy hiểm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Payment/order final state liên quan tiền và quyết định nghiệp vụ, không nên cache bừa nếu không có strategy consistency rõ.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Cache không phải source of truth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TTL/invalidation/fallback phải rõ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Cache failure cần timeout và metric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Cache càng nhiều càng tốt.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lưu bản sao để đọc nhanh, thường theo cache-aside: hit thì trả, miss thì đọc source rồi set cache. Trade-off là stale data và invalidation khó. Em không coi cache là source of truth, đặc biệt với order/payment/balance. Redis down cần timeout/fallback nếu cache chỉ là optimization.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Hit = có cache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 = không cache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TTL = hết hạn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Stale = dữ liệu cũ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13 — Clean Architecture, Dependency Direction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Cốt lõi không phải chia folder đẹp, mà là dependency direction bảo vệ business rules.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Nhà hàng: quầy • bếp • kho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Bếp xử lý nghiệp vụ. Bếp không nên phụ thuộc vào hãng máy POS hay loại database cụ thể. Chi tiết kỹ thuật nằm ngoài lõi.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 = lõi nghiệp vụ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Application = điều phối use case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Infrastructure = chi tiết kỹ thuật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Composition root = nơi nối DI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Domain không biết Infrastructure tồn tại.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nhận request/DTO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handler điều phối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áp rule nghiệp vụ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định nghĩa nhu cầu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implement DB/HTTP/Broker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Application/Domain định nghĩa interface; Infrastructure implement; Program.cs nối DI.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Ordering Domain: Order/Status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Application: handlers/use cases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Infrastructure: EF/PostgreSQL/Outbox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OrderQueryService có thể đơn giản hơn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 gọi DbContext/HttpClient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Controller chứa business logic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Chia folder rồi gọi là Clean Architecture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Architecture là công cụ, không phải tôn giáo; service đơn giản không cần over-engineer.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13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entity gọi trực tiếp DbContext để lưu chính nó và gọi Kafka producer khi status đổi.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này vi phạm gì? Nên đặt trách nhiệm ở đâu?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Sai dependency direction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không nên phụ thuộc EF/Kafka. Application điều phối use case; Infrastructure implement repository/publisher; Outbox xử lý publish.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 giữ business rule thuần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Application gọi interface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Infrastructure là chi tiết thay đổi được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Clean Architecture = nhiều folder và nhiều interface.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Architecture tách business rules khỏi framework/database/broker. Dependency direction đi từ ngoài vào trong. Application/Domain định nghĩa interface như IOrderRepository, Infrastructure implement bằng EF/PostgreSQL, composition root nối DI. Mục tiêu là dễ test, dễ thay đổi chi tiết kỹ thuật, không phải chia folder cho đẹp.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 = rule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Application = use case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Infra = EF/Redis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 nối ở root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14 — DDD Boundaries, Aggregate, Domain vs Integration Event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Chia đúng ranh giới nghiệp vụ, tránh một model dùng bừa cho mọi context.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Khu chợ nhiều quầy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Catalog, Basket, Ordering, Payment là các quầy khác nhau. Cùng từ Product nhưng mỗi quầy hiểu khác nhau.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Bounded Context = ranh giới model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Aggregate = cụm cần nhất quán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Invariant = luật luôn đúng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Integration Event = gửi ra ngoài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Aggregate thường là consistency/transaction boundary, không phải container nhét mọi thứ.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Xác định Bounded Context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Chọn Aggregate Root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Đặt invariant trong aggregate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Event nội bộ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Event ra ngoài service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quản lý OrderItems; Payment/CatalogProduct không nên nhét vào Order aggregate nếu khác context.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Catalog Product khác OrderItem snapshot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Ordering: Order Aggregate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Payment provider mapping qua ACL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OrderCreatedIntegrationEvent là contract ngoài service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Aggregate quá to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Dùng chung Product model mọi service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Lẫn Domain Event và Integration Event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DDD dùng khi nghiệp vụ đủ phức tạp; không ép tactical DDD vào CRUD đơn giản.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Database +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14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muốn dùng chung class Product cho Catalog, Basket và Ordering để khỏi map qua lại.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Ý tưởng này có rủi ro gì trong DDD/microservices?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Sai bounded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ở mỗi context có ý nghĩa/rule khác nhau. Dùng chung model làm coupling cao, đổi Catalog có thể phá Ordering/Basket.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 khác nhau có ngôn ngữ khác nhau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Integration event/API contract cần ổn định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ACL/mapper giúp chống model ngoài làm bẩn domain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DDD = tạo nhiều class phức tạp.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DDD giúp chia model theo nghiệp vụ. Bounded Context là ranh giới nơi model/ngôn ngữ có ý nghĩa riêng. Aggregate là cụm object cần nhất quán, thường là consistency boundary, được kiểm soát bởi Aggregate Root. Domain Event dùng nội bộ; Integration Event là contract gửi ra service khác nên cần backward-compatible.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 = ranh giới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Aggregate = nhất quán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Invariant = luật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ACL = lớp dịch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— Database + Architecture</dc:title>
  <dc:subject>Week 2 — Database + Architecture</dc:subject>
  <dc:creator>OpenAI</dc:creator>
  <cp:lastModifiedBy>OpenAI</cp:lastModifiedBy>
  <cp:revision>1</cp:revision>
  <dcterms:created xsi:type="dcterms:W3CDTF">2026-07-15T14:44:08Z</dcterms:created>
  <dcterms:modified xsi:type="dcterms:W3CDTF">2026-07-15T14:44:08Z</dcterms:modified>
</cp:coreProperties>
</file>