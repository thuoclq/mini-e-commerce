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566928"/>
            <a:ext cx="10972800" cy="5532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9601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298448"/>
            <a:ext cx="10104120" cy="71323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800" b="1">
                <a:solidFill>
                  <a:srgbClr val="162033"/>
                </a:solidFill>
                <a:latin typeface="Arial"/>
              </a:rPr>
              <a:t>Week 2 — Database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9921240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0">
                <a:solidFill>
                  <a:srgbClr val="162033"/>
                </a:solidFill>
                <a:latin typeface="Arial"/>
              </a:rPr>
              <a:t>Deck V8.1 Clean: mỗi Day gồm slide kiến thức và checkpoint suy luận có đáp 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9504"/>
            <a:ext cx="2560320" cy="34747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800" b="1">
                <a:solidFill>
                  <a:srgbClr val="2563EB"/>
                </a:solidFill>
                <a:latin typeface="Arial"/>
              </a:rPr>
              <a:t>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310128"/>
            <a:ext cx="4800600" cy="1664208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D08. Transaction, Isolation, Locking
D09. Index, Query, Pagination
D10. Concurrency, Unique, Idempotency
D11. Migration, Expand‑Contract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3310128"/>
            <a:ext cx="4800600" cy="1664208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07607" y="3456432"/>
            <a:ext cx="4398264" cy="1371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D12. Caching, Redis, Cache Failure
D13. Clean Architecture
D14. DDD boundaries, aggregate,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440680"/>
            <a:ext cx="10058400" cy="32918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5F6B7A"/>
                </a:solidFill>
                <a:latin typeface="Arial"/>
              </a:rPr>
              <a:t>UI QA: short week tag • larger boxes • no text inside bordered shapes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Transaction, Isolation, Locking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Dữ liệu đúng khi nhiều thao tác cùng xảy 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Transaction gom thao tác thành all-or-nothing. Isolation và locking quyết định transaction ảnh hưởng nhau ra sao.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Transaction
Commit hoặc rollback.
Không nửa vời.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Isolation
Mức cô lập giữa transaction.
An toàn hơn thường tốn hơn.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Locking
DB khóa dữ liệu
để tránh xung đột.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Begin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mở tx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Read/Write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DB lock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Commit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chốt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Rollback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nếu lỗi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Không có isolation tốt nhất cho mọi nơi. Chọn theo lỗi dữ liệu có thể chấp nhận và tải hệ thống.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Nghĩ cứ có transaction là hết mọi vấn đề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hai tx sửa cùng dòng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Nhận ra vai trò DB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Hai transaction cùng sửa một dòng. Cơ chế nào giúp DB tránh ghi đè bừa?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Locking/isolation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Cùng sửa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xung đột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DB bảo vệ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lock/isolation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Giữ đúng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consistency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DB dùng locking và isolation để giữ nhất quán.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Transaction là đơn vị commit; isolation quyết định chúng nhìn thấy nhau thế nào.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Index, Query, Pagination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Muốn query nhanh phải biết DB tìm dữ liệu thế nào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Index giúp tìm nhanh nhưng tốn ghi/lưu trữ. Pagination tránh kéo quá nhiều dữ liệu. Query plan cho biết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Index
Giống mục lục.
Tăng tốc đọc đúng pattern.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Query plan
DB chọn cách chạy query.
Đừng đoán mò.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Pagination
Chỉ lấy trang cần dùng.
Không tải cả bảng.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Filter/sort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query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DB chọn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index/scan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Limit page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lấy phần cần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Return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nhẹ hơn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Index không phải càng nhiều càng tốt. Chọn index theo query pattern và kiểm bằng plan.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Load cả bảng về app rồi mới lọc hoặc phân trang trong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admin load 2 triệu dòng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phân trang sai tầng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Admin chỉ xem 20 dòng nhưng app SELECT toàn bộ 2 triệu dòng rồi cắt. Vấn đề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Lãng phí I/O/RAM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UI đẹp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JWT nhanh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Cần 20 dòng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cần tất cả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Tải dư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tốn I/O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Pagination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đẩy xuống DB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A. App đang tải dữ liệu thừa rất lớn.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Tối ưu query bắt đầu từ filter, sort, pagination và index đúng pattern.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Concurrency, Unique, 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Chống ghi trùng khi nhiều request lặp hoặc chạy đồng thời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Concurrency tạo tranh chấp. Unique constraint là chốt DB. Idempotency giúp retry không tạo tác dụng phụ lặp.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Concurrency
Nhiều request cùng lúc.
Dễ race.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Unique constraint
DB chặn trùng ở tầng cuối.
Đáng tin hơn memory.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Idempotency
Gửi lại vẫn cho kết quả
như một lần.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Request lặp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timeout/retry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Nhận diện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idempotency key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DB guard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unique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Trả kết quả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không double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Idempotency xử lý mức request; unique constraint bảo vệ dữ liệu. Thường cần cả hai.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Check trước insert ở app rồi nghĩ đã an toàn tuyệt đối.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payment request retry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Chống tác dụng phụ lặp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Client timeout rồi gửi lại payment request. Thiết kế nào đáng tin hơn?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Tin frontend không gửi lại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Idempotency key + DB constraint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Sleep trước insert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Timeout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biết kết quả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Retry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có thể lặp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Guard 2 lớp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app + DB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Dùng idempotency key và constraint phù hợp.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Retry an toàn cần nhận diện request lặp và bảo vệ dữ liệu ở DB.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Migration, Expand‑Contract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Thay đổi schema không làm vỡ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Production migration cần tương thích app cũ và mới. Expand thêm cái mới trước, Contract dọn cái cũ sau.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Migration
Thay đổi schema có version.
Không chỉ là file 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Expand
Thêm field/table mới.
Chưa phá cái cũ.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Contract
Dọn field cũ
khi đã an toàn.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thêm tương thích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Deploy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hỗ trợ mới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Backfill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chuyển dữ liệu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Contract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xóa cũ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Migration an toàn là bài toán tương thích giữa nhiều version app đang cùng sống.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Rename/drop column ngay trong deploy đầu tiên.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đổi tên cột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Áp dụng expand‑contract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Muốn đổi FullName thành CustomerName trên hệ đang chạy. Cách nào an toàn hơn?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Drop cột cũ ngay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Thêm cột mới trước rồi dọn sau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Hi vọng deploy đủ nhanh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App nhiều 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cùng chạy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Đổi phá vỡ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dễ lỗi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Expand trước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giữ tương thích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Thêm cột mới, app hỗ trợ chuyển tiếp, rồi mới dọn cũ.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Expand‑Contract tránh deploy big bang khi production đang chạy.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Caching, Redis, Cache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Cache tăng tốc nhưng không phải nguồn sự thật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Cache giảm latency và tải DB. Rủi ro nằm ở stale data, invalidation và hành vi khi cache lỗi.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Cache hit/miss
Hit trả nhanh.
Miss đọc nguồn gốc.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TTL/invalidation
Dữ liệu cũ phải hết hạn
hoặc được xóa.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Failure mode
Cache down thì app
nên degrade thế nào?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check cache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Hit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return fast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Miss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read source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Set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lần sau nhanh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Cache là optimization, không phải source of truth. Phải có strategy cho miss, stale và cache down.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Cache mọi thứ nhưng không có TTL/invalidation/fallback.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Redis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Không phụ thuộc cứng vào cache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Redis down ngắn hạn với API đọc catalog. Phản ứng nào hợp lý nếu DB chịu được?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App chết luôn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Fallback về DB/source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Trả dữ liệu ngẫu nhiên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Cache phụ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không phải truth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Cache down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cần degrade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Fallback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đọc source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Fallback về nguồn gốc nếu tải cho phép.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Cache tốt phải tính cả cache miss, stale data và failure mode.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Clean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Dependency direction quan trọng hơn chia folder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Business core nên ít phụ thuộc framework, DB, broker. Outer layer phụ thuộc inner layer, không ngược lại.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Domain/Core
Nghiệp vụ cốt lõi.
Ít biết hạ tầng.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Application
Use case điều phối.
Gọi port/interface.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Infrastructure
DB, cache, broker,
HTTP 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nhận request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Use case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gọi domain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interface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Adapter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infra thực thi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Clean Architecture giữ business ổn định khi đổi DB, framework hoặc cách tích hợp.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Tạo nhiều project nhưng domain vẫn gọi trực tiếp ORM/HTTP client.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domain gọi DbContext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Nhìn sai 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Domain service gọi thẳng EF DbContext. Vấn đề chính là gì?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Không vấn đề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Core phụ thuộc hạ tầng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JWT hết hạn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Domain gọi infra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sai hướng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Business dính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khó test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Cần 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đảo phụ thuộc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Business core đang phụ thuộc trực tiếp vào hạ tầng.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Điểm cốt lõi là dependency direction, không phải số lượng folder.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DDD boundaries, aggregate,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Giữ ranh giới nghiệp vụ rõ trong hệ thống lớn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05840"/>
            <a:ext cx="11155680" cy="896112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52144"/>
            <a:ext cx="10753344" cy="603503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700" b="1">
                <a:solidFill>
                  <a:srgbClr val="2563EB"/>
                </a:solidFill>
                <a:latin typeface="Arial"/>
              </a:rPr>
              <a:t>DDD giúp chia ranh giới nghiệp vụ. Aggregate bảo vệ invariant. Domain event mô tả thay đổi quan trọng trong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Bounded context
Một vùng nghiệp vụ
có ngôn ngữ riêng.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Aggregate
Cụm object nhất quán.
Có root điều phối.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084831"/>
            <a:ext cx="3520440" cy="13167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231136"/>
            <a:ext cx="3118104" cy="102412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400" b="0">
                <a:solidFill>
                  <a:srgbClr val="162033"/>
                </a:solidFill>
                <a:latin typeface="Arial"/>
              </a:rPr>
              <a:t>Invariant/Event
Luật phải luôn đúng;
event khi điều quan trọng xảy 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9312"/>
            <a:ext cx="274320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Flow nhớ nhanh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Chia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context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4425696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456432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66160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13631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Chọn aggregate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invariant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42431" y="4425696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364224" y="4005072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224528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1424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Đổi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qua root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50224" y="4425696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272016" y="4005072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81744" y="4224528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6" y="4114800"/>
            <a:ext cx="1572768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62033"/>
                </a:solidFill>
                <a:latin typeface="Arial"/>
              </a:rPr>
              <a:t>Raise event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36608" y="4389120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100" b="0">
                <a:solidFill>
                  <a:srgbClr val="5F6B7A"/>
                </a:solidFill>
                <a:latin typeface="Arial"/>
              </a:rPr>
              <a:t>nếu cần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193792"/>
            <a:ext cx="5440680" cy="113385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Phỏng vấn 30s
Aggregate là consistency boundary, không phải gom mọi bảng liên quan vào một object lớn.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193792"/>
            <a:ext cx="5440680" cy="113385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19088" y="5340096"/>
            <a:ext cx="5038344" cy="841247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Sai lầm hay gặp
Coi mỗi bảng là một aggregate hoặc dùng DDD nặng cho CRUD đơn giản.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658368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0432" y="109728"/>
            <a:ext cx="8138160" cy="53035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2400" b="1">
                <a:solidFill>
                  <a:srgbClr val="162033"/>
                </a:solidFill>
                <a:latin typeface="Arial"/>
              </a:rPr>
              <a:t>Checkpoint — giữ total không 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612648"/>
            <a:ext cx="8138160" cy="384048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5F6B7A"/>
                </a:solidFill>
                <a:latin typeface="Arial"/>
              </a:rPr>
              <a:t>Đặt invariant đúng chỗ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71632" y="201168"/>
            <a:ext cx="841248" cy="310896"/>
          </a:xfrm>
          <a:prstGeom prst="roundRect">
            <a:avLst/>
          </a:prstGeom>
          <a:solidFill>
            <a:srgbClr val="EA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W2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24128"/>
            <a:ext cx="11155680" cy="914400"/>
          </a:xfrm>
          <a:prstGeom prst="roundRect">
            <a:avLst/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70432"/>
            <a:ext cx="10753344" cy="62179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162033"/>
                </a:solidFill>
                <a:latin typeface="Arial"/>
              </a:rPr>
              <a:t>Rule: Order total không được âm. Nên bảo vệ rule này ở đâu?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2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Chỉ ở 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61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Order aggregate/domain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12848"/>
            <a:ext cx="30632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90104" y="2450592"/>
            <a:ext cx="2926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322576"/>
            <a:ext cx="2212848" cy="4389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0">
                <a:solidFill>
                  <a:srgbClr val="162033"/>
                </a:solidFill>
                <a:latin typeface="Arial"/>
              </a:rPr>
              <a:t>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346704"/>
            <a:ext cx="2560320" cy="310896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600" b="1">
                <a:solidFill>
                  <a:srgbClr val="7C3AED"/>
                </a:solidFill>
                <a:latin typeface="Arial"/>
              </a:rPr>
              <a:t>Logic suy luận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Business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phải luôn đúng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4133087"/>
            <a:ext cx="530351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456432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66160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13631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Client không đủ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có thể bypass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42431" y="4133087"/>
            <a:ext cx="530353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64224" y="3694176"/>
            <a:ext cx="2240280" cy="859536"/>
          </a:xfrm>
          <a:prstGeom prst="roundRect">
            <a:avLst/>
          </a:prstGeom>
          <a:solidFill>
            <a:srgbClr val="F2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73952" y="3913632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Aggregate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giữ invariant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650224" y="4133087"/>
            <a:ext cx="530352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72016" y="3694176"/>
            <a:ext cx="2240280" cy="859536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81744" y="3913632"/>
            <a:ext cx="274320" cy="2743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>
            <a:no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29216" y="3822191"/>
            <a:ext cx="1554480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162033"/>
                </a:solidFill>
                <a:latin typeface="Arial"/>
              </a:rPr>
              <a:t>Kết luận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096512"/>
            <a:ext cx="1865376" cy="237744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ctr">
              <a:lnSpc>
                <a:spcPct val="103000"/>
              </a:lnSpc>
            </a:pPr>
            <a:r>
              <a:rPr sz="1000" b="0">
                <a:solidFill>
                  <a:srgbClr val="5F6B7A"/>
                </a:solidFill>
                <a:latin typeface="Arial"/>
              </a:rPr>
              <a:t>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065776"/>
            <a:ext cx="5440680" cy="1188720"/>
          </a:xfrm>
          <a:prstGeom prst="roundRect">
            <a:avLst/>
          </a:prstGeom>
          <a:solidFill>
            <a:srgbClr val="E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Đáp án
B. Rule nghiệp vụ phải được bảo vệ trong domain/aggregate.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065776"/>
            <a:ext cx="544068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19088" y="5212080"/>
            <a:ext cx="5038344" cy="896112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Autofit/>
          </a:bodyPr>
          <a:lstStyle/>
          <a:p>
            <a:pPr algn="l">
              <a:lnSpc>
                <a:spcPct val="103000"/>
              </a:lnSpc>
            </a:pPr>
            <a:r>
              <a:rPr sz="1300" b="0">
                <a:solidFill>
                  <a:srgbClr val="162033"/>
                </a:solidFill>
                <a:latin typeface="Arial"/>
              </a:rPr>
              <a:t>Interview
DDD giúp đặt đúng ranh giới và giữ invariant ở nơi đáng tin.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