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89611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— Backend 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2029968"/>
            <a:ext cx="8412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+ API foundation: học đủ, rõ, có tình huống và đáp án.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10881360" cy="2423160"/>
          </a:xfrm>
          <a:prstGeom prst="roundRect">
            <a:avLst>
              <a:gd name="adj" fmla="val 3019"/>
            </a:avLst>
          </a:prstGeom>
          <a:solidFill>
            <a:srgbClr val="102A4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273552"/>
            <a:ext cx="1024128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object/data trong C#, async/thread, DI lifetime, outbound HTTP, ASP.NET pipeline, JWT auth đến validation/error/versioning — tất cả được nối bằng flow một request đi qua MicroShop.</a:t>
            </a:r>
            <a:endParaRPr lang="en-US" sz="1720" dirty="0"/>
          </a:p>
        </p:txBody>
      </p:sp>
      <p:sp>
        <p:nvSpPr>
          <p:cNvPr id="7" name="Text 5"/>
          <p:cNvSpPr/>
          <p:nvPr/>
        </p:nvSpPr>
        <p:spPr>
          <a:xfrm>
            <a:off x="658368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 mới: mỗi Day tối đa 2 slide — 1 slide học chính + 1 slide checkpoint có đáp án.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— Roadmap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Bản đồ học: mỗi ngày một lát cắt, nhưng nối thành một flow interview.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Object/Data: DTO, Entity, Event, Nullable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463040" y="1892808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 đi qua biên, Entity sống trong nghiệp vụ, Event kể chuyện đã xảy ra.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355080" y="141732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1536192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OS, Thread, Task, async/await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23760" y="1892808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 không làm DB nhanh hơn; nó giúp thread không chết dí khi chờ DB.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4360" y="263347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752344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Lifetime, CancellationToken, Race Condition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Singleton không nguy hiểm vì singleton; nguy hiểm khi giữ mutable state bị nhiều thread cùng sửa.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6355080" y="2633472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70632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223760" y="2752344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HttpClientFactory, Outbound Call, Timeout/Retry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23760" y="3108960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chỉ an toàn khi operation idempotent hoặc có cơ chế chống trùng.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94360" y="384962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86784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Pipeline, Middleware, Routing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463040" y="4325112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order sai thì request behavior sai.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6355080" y="3849624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986784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968496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Authentication, Authorization, JWT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0" y="4325112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 = chưa xác thực; 403 = có danh tính nhưng thiếu quyền.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94360" y="5065776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5202936"/>
            <a:ext cx="685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5184648"/>
            <a:ext cx="44348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ProblemDetails, Status Code, API Versioning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463040" y="5541264"/>
            <a:ext cx="438912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fail là lỗi client: thường 400, không phải 500.</a:t>
            </a:r>
            <a:endParaRPr lang="en-US" sz="960" dirty="0"/>
          </a:p>
        </p:txBody>
      </p:sp>
      <p:sp>
        <p:nvSpPr>
          <p:cNvPr id="34" name="Text 3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5" name="Text 3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01 — Object/Data: DTO, Entity, Event, Nullable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biệt dữ liệu đi qua API, dữ liệu nghiệp vụ và dữ liệu gửi sang service khác.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Mẫu đơn • Hồ sơ • Biên lai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 gửi mẫu đơn mua cam. Cửa hàng tạo hồ sơ đơn hàng có mã riêng. Khi tạo xong, hệ thống in biên lai/thông báo cho phòng khác.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DTO = mẫu đơn API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= hồ sơ có mã riêng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= biên lai việc đã xảy ra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Nullable = ô có thể bỏ trống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DTO đi qua biên, Entity sống trong nghiệp vụ, Event kể chuyện đã xảy ra.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gửi CreateOrderRequest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map DTO → Command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tạo Order Entity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lưu Order có OrderId/Status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Tạo OrderCreatedEvent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= mã riêng. Lifecycle = trạng thái đổi theo thời gian.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CreateOrderRequest = DTO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= Entity có OrderId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OrderCreatedIntegrationEvent = Event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ProviderEventId cần required/nullable rõ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Expose Entity thẳng ra API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Nghĩ record luôn immutable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Lạm dụng null! để tắt warning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hợp Entity; record hợp DTO/Event. Nullable giúp compiler cảnh báo nhưng không thay validation.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01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Trong MicroShop có object Order với OrderId, Status thay đổi Created → Paid → Cancelled. Ngoài ra có OrderCreatedIntegrationEvent gửi sang worker.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và OrderCreatedIntegrationEvent khác nhau thế nào? Vì sao không nên dùng chung một model?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Entity khác Event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là Entity vì có identity và lifecycle. Event là thông báo việc đã xảy ra, nên gần immutable và dùng làm contract gửi ra ngoài.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có thể đổi trạng thái theo nghiệp vụ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nên ổn định để consumer tin được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DTO/API contract nên tách khỏi Domain model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Dùng Entity cho cả API response và event.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DTO là dữ liệu đi qua API. Entity là object nghiệp vụ có identity/lifecycle như Order. Event là thông báo việc đã xảy ra như OrderCreated. Em tách chúng để tránh leak domain ra API và tránh event bị sửa lung tung.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DTO = mẫu đơn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Entity = có ID + trạng thái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= biên lai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Immutable = không sửa sau tạo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02 — OS, Thread, Task, async/await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Hiểu async không phải tạo thread mới, mà giảm thời gian chết của thread khi chờ I/O.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dự án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ThreadPool là team. Thread là nhân sự. Task là đầu việc. Đến đoạn chờ khách/DB phản hồi, nhân sự không ngồi chờ mà quay lại nhận việc khác.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 = service đang chạy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Thread = người chạy code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= đầu việc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I/O = chờ bên ngoài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async/await không làm DB nhanh hơn; nó giúp thread không chết dí khi chờ DB.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A xử lý request 1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Gặp await DB/HTTP I/O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tạm dừng tại await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A quay về ThreadPool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 xong → thread rảnh chạy tiếp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Sau await có thể chạy tiếp bằng Thread A hoặc Thread B.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ProjectionWorker ghi MongoDB async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Basket gọi CatalogService async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Outbox publisher publish async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Tránh .Result/.Wait trong request path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= Thread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async tạo thread mới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Dùng .Result/.Wait cho nhanh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là abstraction của operation; Thread là tài nguyên thực thi. async/await tối ưu I/O-bound workload.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02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1 gọi DB bằng await. DB chưa trả kết quả. Cùng lúc request 2 đi vào hệ thống.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Thread đang xử lý request 1 có bị giữ lại để chờ DB không? Sau khi DB xong có chắc quay lại thread cũ không?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Không bị giữ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Khi await I/O chưa xong, method tạm dừng và thread được trả về ThreadPool. Khi I/O xong, một thread rảnh chạy tiếp, không chắc là thread cũ.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Một thread chỉ chạy một đoạn code tại một thời điểm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I/O-bound không cần giữ thread lúc chờ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Commit sau await có thể chạy trên thread khác trong ASP.NET Core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Nói async/await tạo thread mới.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async/await giúp non-blocking I/O. Khi await DB/HTTP chưa xong, thread hiện tại được trả về ThreadPool để xử lý việc khác. Khi I/O hoàn thành, continuation được chạy bởi một thread rảnh. Nó không làm I/O nhanh hơn, nhưng tăng khả năng phục vụ request.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Thread = người chạy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= đầu việc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await = tạm dừng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Blocking = ngồi chờ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03 — DI Lifetime, CancellationToken, Race Condition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Hiểu Transient/Scoped/Singleton bằng Cam Sành và vì sao Singleton có state dễ lỗi.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Kho phát Cam Sành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container là kho phát cam. Service xin cam. Kho quyết định mỗi lần phát quả mới, mỗi request một quả, hay cả app dùng chung một quả.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Transient = mỗi lần quả mới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Scoped = mỗi request một quả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Singleton = cả app một quả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Race condition = cùng sửa gây sai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Singleton không nguy hiểm vì singleton; nguy hiểm khi giữ mutable state bị nhiều thread cùng sửa.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cần dependency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 container resolve object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Lifetime quyết định instance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Scoped dependency chỉ sống trong scope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cần tạo scope riêng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CancellationToken = tín hiệu dừng cooperative, không kill thread.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DbContext thường Scoped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BackgroundService sống lâu như Singleton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Worker dùng IServiceScopeFactory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stoppingToken truyền xuống DB/HTTP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Inject DbContext trực tiếp vào singleton worker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Singleton giữ per-request data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Nghĩ CancellationToken kill thread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DbContext scoped; worker cần tạo scope. Singleton nên stateless hoặc thread-safe.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03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CamSanh được đăng ký Singleton và có property SoLanBiVat. Hai request cùng đọc 0, cùng tăng lên 1, rồi cùng ghi lại.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Kết quả cuối có thể là 1 thay vì 2. Đây là lỗi gì? Sửa mindset thế nào?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Race condition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Nhiều thread cùng đọc/ghi mutable state chung làm kết quả phụ thuộc thứ tự chạy. Singleton nên stateless hoặc dùng cơ chế thread-safe.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Mutable state chung cần lock/atomic/concurrent collection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lưu request-specific data trong singleton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Scoped object không được giữ quá lifetime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Singleton nào cũng an toàn vì chỉ có một object.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Transient tạo instance mới mỗi lần resolve; Scoped một instance trong request/scope; Singleton một instance toàn app. DbContext thường scoped. Với BackgroundService, nếu cần scoped dependency thì tạo scope. Singleton có mutable state dễ race condition nếu nhiều request cùng sửa.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Transient = quả mới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Scoped = request/quả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Singleton = app/quả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Race = cùng sửa sai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04 — HttpClientFactory, Outbound Call, Timeout/Retry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Gọi service khác như gọi điện sang phòng ban khác: phải có timeout, retry có điều kiện.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Gọi điện phòng ban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 gọi Catalog để hỏi sản phẩm có hợp lệ không. Nếu Catalog không bắt máy, Basket không thể chờ mãi hoặc gọi lại vô hạn.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Outbound call = gọi ra ngoài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Downstream = service bị gọi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Timeout = không chờ mãi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Retry = thử lại có kiểm soát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Retry chỉ an toàn khi operation idempotent hoặc có cơ chế chống trùng.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BasketService cần validate product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HttpClient gọi Catalog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Gắn timeout + CancellationToken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Lỗi tạm thời → retry/backoff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Lỗi kéo dài → fail fast/circuit breaker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HttpClientFactory quản lý HttpClient/handler lifetime và policy tập trung.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Basket → Catalog validate product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 → downstream services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Payment/Discount sync call nếu có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Timeout tránh service chờ treo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new HttpClient mỗi request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timeout internal call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Retry mọi lỗi, cả POST tạo side effect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HttpClientFactory + timeout + retry/circuit breaker là baseline outbound HTTP.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04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BasketService gọi CatalogService. Catalog timeout. Dev định retry 5 lần ngay lập tức để chắc chắn có kết quả.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như vậy có ổn không? Cần thêm điều kiện gì?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Chưa ổn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cần giới hạn, backoff, timeout tổng và chỉ an toàn nếu operation idempotent hoặc có idempotency strategy.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 validate product thường an toàn hơn POST tạo payment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Retry storm có thể làm downstream chết thêm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Circuit breaker giúp fail fast khi lỗi liên tục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Retry nhiều lần là giải pháp mặc định.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Outbound call không đáng tin tuyệt đối. Em dùng HttpClientFactory để quản lý HttpClient/handler và typed client. Mỗi call cần timeout/cancellation. Retry chỉ dùng cho lỗi tạm thời, có backoff và phải cẩn thận với side effect; khi downstream lỗi liên tục có thể dùng circuit breaker.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Outbound = gọi ra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Timeout = không chờ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Retry = thử lại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Idempotent = retry an toàn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05 — ASP.NET Core Pipeline, Middleware, Routing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không vào thẳng business code: nó đi qua pipeline, middleware, routing, auth rồi endpoint.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Quầy tiếp nhận hồ sơ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Hồ sơ đi qua bảo vệ, lễ tân, quầy phân loại rồi mới đến người xử lý. Mỗi trạm có thể ghi log, kiểm tra thẻ, hoặc chặn hồ sơ.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Pipeline = dây chuyền request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Middleware = trạm xử lý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Routing = tìm đúng endpoint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Short-circuit = chặn sớm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Middleware order sai thì request behavior sai.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vào ASP.NET Core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Exception/Logging middleware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chọn endpoint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→ Authorization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gọi Application Service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phải biết user là ai trước khi Authorization kiểm tra quyền.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ApiGateway route request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OrderQueryService /order-summaries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Payment webhook endpoint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 không chứa business logic lõi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Business logic trong gateway/controller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Đặt middleware order tùy tiện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Không hiểu 401/403 từ đâu ra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là chuỗi middleware; endpoint chỉ nên điều phối vào application layer.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05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có JWT sai. Middleware Authentication phát hiện token không hợp lệ và trả 401.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handler có chạy không? Đây gọi là gì trong pipeline?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Không chạy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 có thể short-circuit request: trả response sớm và không gọi middleware/endpoint phía sau.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Pipeline chạy theo thứ tự đăng ký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 trước AuthZ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handler nên đặt đủ sớm để bắt lỗi phía sau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Nghĩ request luôn tới endpoint rồi mới bị chặn.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xử lý request qua middleware pipeline. Middleware có thể xử lý, gọi next hoặc short-circuit. Routing chọn endpoint theo method/path. Model binding map request data vào parameter/DTO. Thứ tự middleware quan trọng, đặc biệt Authentication trước Authorization.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Pipeline = dây chuyền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Middleware = trạm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Routing = chọn quầy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Endpoint = xử lý cuối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06 — Authentication, Authorization, JWT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trả lời “bạn là ai”, Authorization trả lời “bạn được làm gì”.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Tòa nhà và thẻ ra vào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Bảo vệ kiểm tra thẻ để biết bạn là ai. Sau đó hệ thống kiểm tra bạn được vào phòng nào. Có thẻ thật chưa chắc được vào phòng admin.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Authentication = bạn là ai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Authorization = bạn được làm gì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JWT = thẻ có chữ ký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 = thông tin trên thẻ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401 = chưa xác thực; 403 = có danh tính nhưng thiếu quyền.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gửi Bearer JWT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signature/issuer/audience/expiry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đọc claims/userId/role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 policy kiểm tra quyền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chạy hoặc trả 401/403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Không chỉ decode JWT; phải validate chữ ký và điều kiện token.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IdentityService phát JWT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Gateway/API validate token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endpoint cần role/policy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 payment dùng signature/HMAC riêng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Decode JWT rồi tin luôn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Lẫn 401 và 403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Dùng CORS thay authentication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phải validate signature, issuer, audience, lifetime, signing key/algorithm.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06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gửi token hợp lệ nhưng role chỉ là User. Endpoint yêu cầu Admin.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nên trả 401 hay 403? Vì sao?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403 Forbidden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đã xác thực được danh tính, nhưng không đủ quyền. 401 dành cho chưa xác thực hoặc token không hợp lệ.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Authentication diễn ra trước Authorization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Claims không thay business ownership check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Webhook provider không nên dựa vào user JWT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Cứ không vào được là 401.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xác định user là ai, Authorization xác định user được phép làm gì. JWT cần validate signature, issuer, audience, lifetime và signing key. 401 là missing/invalid token; 403 là authenticated nhưng thiếu quyền. Webhook nên verify provider signature/HMAC riêng.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AuthN = bạn là ai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AuthZ = được làm gì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401 = token sai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403 = thiếu quyền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07 — Validation, ProblemDetails, Status Code, API Versioning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tốt phải chặn input sai sớm, trả lỗi thống nhất và đổi contract an toàn.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298448"/>
            <a:ext cx="3337560" cy="4956048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463040"/>
            <a:ext cx="150876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HÌNH DUNG TRƯỚC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2971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Phiếu báo lỗi hồ sơ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21792" y="2212848"/>
            <a:ext cx="2962656" cy="14447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Khách nộp hồ sơ thiếu giấy tờ thì quầy trả phiếu lỗi rõ ràng: thiếu gì, mã lỗi gì, mã tra cứu nào. Không thể nói “hỏng server”.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621792" y="3840480"/>
            <a:ext cx="2926080" cy="2011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Dịch sang kỹ thuật: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621792" y="4105656"/>
            <a:ext cx="2962656" cy="12618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= kiểm tra input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ProblemDetails = phiếu lỗi chuẩn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Status code = mã lý do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Contract = thỏa thuận API/client</a:t>
            </a:r>
            <a:endParaRPr lang="en-US" sz="1010" dirty="0"/>
          </a:p>
        </p:txBody>
      </p:sp>
      <p:sp>
        <p:nvSpPr>
          <p:cNvPr id="12" name="Text 10"/>
          <p:cNvSpPr/>
          <p:nvPr/>
        </p:nvSpPr>
        <p:spPr>
          <a:xfrm>
            <a:off x="621792" y="5559552"/>
            <a:ext cx="2962656" cy="438912"/>
          </a:xfrm>
          <a:prstGeom prst="rect">
            <a:avLst/>
          </a:prstGeom>
          <a:solidFill>
            <a:srgbClr val="DCFCE7"/>
          </a:solidFill>
          <a:ln>
            <a:solidFill>
              <a:srgbClr val="DCFCE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nhớ: Validation fail là lỗi client: thường 400, không phải 500.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86784" y="1298448"/>
            <a:ext cx="4069080" cy="4956048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69664" y="1463040"/>
            <a:ext cx="141732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FLOW KỸ THUẬT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79392" y="1847088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vào endpoint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016752" y="2286000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279392" y="2514600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DTO/body/query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016752" y="2953512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279392" y="3182112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input → 400 + ProblemDetails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016752" y="3621024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279392" y="3849624"/>
            <a:ext cx="3474720" cy="438912"/>
          </a:xfrm>
          <a:prstGeom prst="rect">
            <a:avLst/>
          </a:prstGeom>
          <a:solidFill>
            <a:srgbClr val="EFF6FF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 → 409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016752" y="4288536"/>
            <a:ext cx="0" cy="210312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79392" y="4517136"/>
            <a:ext cx="3474720" cy="438912"/>
          </a:xfrm>
          <a:prstGeom prst="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Unexpected error → 500 + traceId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42816" y="5321808"/>
            <a:ext cx="3611880" cy="50292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Versioning/backward compatibility bảo vệ client cũ khi API thay đổi.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266176" y="1298448"/>
            <a:ext cx="3520440" cy="4956048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49056" y="1463040"/>
            <a:ext cx="1783080" cy="25603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MICROSHOP + BẪY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449056" y="1810512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dùng ở đâu?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449056" y="2121408"/>
            <a:ext cx="3063240" cy="13898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CreateOrderRequest thiếu Items → 400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không tồn tại → 404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IdempotencyKey → 409 hoặc trả response cũ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ProblemDetails nên có traceId</a:t>
            </a:r>
            <a:endParaRPr lang="en-US" sz="1010" dirty="0"/>
          </a:p>
        </p:txBody>
      </p:sp>
      <p:sp>
        <p:nvSpPr>
          <p:cNvPr id="29" name="Text 27"/>
          <p:cNvSpPr/>
          <p:nvPr/>
        </p:nvSpPr>
        <p:spPr>
          <a:xfrm>
            <a:off x="8449056" y="3749040"/>
            <a:ext cx="30632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Bẫy cần tránh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449056" y="4050792"/>
            <a:ext cx="3063240" cy="11155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Validation error trả 500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Mỗi endpoint một kiểu error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Rename/remove field phá client cũ</a:t>
            </a:r>
            <a:endParaRPr lang="en-US" sz="1010" dirty="0"/>
          </a:p>
        </p:txBody>
      </p:sp>
      <p:sp>
        <p:nvSpPr>
          <p:cNvPr id="31" name="Text 29"/>
          <p:cNvSpPr/>
          <p:nvPr/>
        </p:nvSpPr>
        <p:spPr>
          <a:xfrm>
            <a:off x="8449056" y="5321808"/>
            <a:ext cx="30632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chốt: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8449056" y="5577840"/>
            <a:ext cx="3063240" cy="493776"/>
          </a:xfrm>
          <a:prstGeom prst="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ProblemDetails chuẩn hóa lỗi; versioning dùng khi breaking change không tránh được.</a:t>
            </a:r>
            <a:endParaRPr lang="en-US" sz="96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34" name="Text 32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1 • Backend Core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38912"/>
            <a:ext cx="8778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07 — Checkpoint thông minh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10789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Luyện trả lời bằng tình huống, có đáp án và cách defend khi phỏng vấn.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11384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3703320" cy="48920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051560" cy="2560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TÌNH HUỐNG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1883664"/>
            <a:ext cx="3337560" cy="1783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gửi CreateOrderRequest với Items rỗng. API ném exception và trả 500.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33375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279392"/>
            <a:ext cx="333756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xử lý chuẩn hơn là gì?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685800" y="5394960"/>
            <a:ext cx="3337560" cy="402336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3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Tự trả lời 30 giây trước khi xem đáp án.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434840" y="1325880"/>
            <a:ext cx="3474720" cy="4892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508760"/>
            <a:ext cx="1417320" cy="25603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 + VÌ SAO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874520"/>
            <a:ext cx="3108960" cy="3474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Đáp án: 400 + lỗi rõ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331720"/>
            <a:ext cx="310896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Đây là lỗi input/validation, nên trả 400 Bad Request cùng error format thống nhất, không để vào business code rồi nổ 500.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4617720" y="4160520"/>
            <a:ext cx="310896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defend: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453128"/>
            <a:ext cx="310896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400 = input sai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404 = không tìm thấy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409 = conflict/duplicate/concurrency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500 = lỗi server bất ngờ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617720" y="5715000"/>
            <a:ext cx="3108960" cy="310896"/>
          </a:xfrm>
          <a:prstGeom prst="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 hay gặp: Dùng 500 cho mọi lỗi.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8183880" y="132588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66760" y="1508760"/>
            <a:ext cx="1554480" cy="2560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TRẢ LỜI 60 GIÂY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366760" y="1874520"/>
            <a:ext cx="3154680" cy="1965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chặn input sai sớm và trả 400. ProblemDetails chuẩn hóa error response để client/support dễ xử lý qua code/message/traceId. Status code cần đúng: 404 not found, 409 conflict, 500 lỗi bất ngờ. API contract thay đổi phải giữ backward compatibility hoặc versioning.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8366760" y="4096512"/>
            <a:ext cx="315468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Flashcards: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389120"/>
            <a:ext cx="3154680" cy="1417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400 = input sai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404 = không tìm thấy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409 = conflict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500 = server lỗi</a:t>
            </a:r>
            <a:endParaRPr lang="en-US" sz="1010" dirty="0"/>
          </a:p>
        </p:txBody>
      </p:sp>
      <p:sp>
        <p:nvSpPr>
          <p:cNvPr id="24" name="Text 22"/>
          <p:cNvSpPr/>
          <p:nvPr/>
        </p:nvSpPr>
        <p:spPr>
          <a:xfrm>
            <a:off x="411480" y="6565392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 Backend Interview Roadmap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6903720" y="6565392"/>
            <a:ext cx="4892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MicroShop lens • học để giải thích + defend khi phỏng vấn</a:t>
            </a:r>
            <a:endParaRPr lang="en-US" sz="7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— Backend Core</dc:title>
  <dc:subject>Week 1 — Backend Core</dc:subject>
  <dc:creator>OpenAI</dc:creator>
  <cp:lastModifiedBy>OpenAI</cp:lastModifiedBy>
  <cp:revision>1</cp:revision>
  <dcterms:created xsi:type="dcterms:W3CDTF">2026-07-15T14:44:08Z</dcterms:created>
  <dcterms:modified xsi:type="dcterms:W3CDTF">2026-07-15T14:44:08Z</dcterms:modified>
</cp:coreProperties>
</file>