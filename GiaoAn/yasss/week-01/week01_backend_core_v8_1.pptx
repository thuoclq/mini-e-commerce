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66928"/>
            <a:ext cx="10972800" cy="5532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9601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1010412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800" b="1">
                <a:solidFill>
                  <a:srgbClr val="162033"/>
                </a:solidFill>
                <a:latin typeface="Arial"/>
              </a:rPr>
              <a:t>Week 1 — Backend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992124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162033"/>
                </a:solidFill>
                <a:latin typeface="Arial"/>
              </a:rPr>
              <a:t>Deck V8.1 Clean: mỗi Day gồm slide kiến thức và checkpoint suy luận có đáp 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9504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2563EB"/>
                </a:solidFill>
                <a:latin typeface="Arial"/>
              </a:rPr>
              <a:t>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10128"/>
            <a:ext cx="4800600" cy="1664208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D01. Object, DTO, Entity, Event
D02. Thread, Task, async/await
D03. DI lifetime và race condition
D04. HttpClientFactory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3310128"/>
            <a:ext cx="4800600" cy="1664208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7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D05. ASP.NET Core Pipeline
D06. Authentication, JWT, Authorization
D07. Validation, ProblemDetails, Versioning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05840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5F6B7A"/>
                </a:solidFill>
                <a:latin typeface="Arial"/>
              </a:rPr>
              <a:t>UI QA: short week tag • larger boxes • no text inside bordered shapes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Object, DTO, Entity,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Phân loại object để thiết kế API sạch hơn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DTO để đi qua boundary. Entity giữ state có identity. Event mô tả điều đã xảy ra sau xử lý.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DTO
Gói dữ liệu request/response.
Không chứa nghiệp vụ chính.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Entity
Có identity bền vững.
Ví dụ OrderId.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Event
Thông báo việc đã xảy ra.
Ví dụ OrderCreated.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Client gửi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DTO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Service xử lý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Entity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Lưu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DB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Báo thay đổi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Event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DTO là contract ngoài, Entity là state nghiệp vụ, Event là fact đã xảy ra.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Dùng Entity làm response API hoặc nhét business logic vào DTO.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chọn đúng loại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Phân biệt DTO, Entity,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API nhận CreateOrderRequest, tạo Order, rồi phát OrderCreated. Object nào là Entity?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CreateOrderRequest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OrderCreated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dữ liệu vào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giữ state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báo việc xảy ra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Order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Order là Entity vì có identity và state nghiệp vụ.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DTO đi qua API, Entity giữ domain state, Event mô tả điều đã xảy 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Thread, Task, async/await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Hiểu non-blocking I/O trong .NET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Thread là người làm việc. Task là công việc. await giúp thread không bị giữ khi chờ I/O.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Thread
Luồng thực thi lệnh.
Tài nguyên hữu hạn.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Task
Mô tả công việc async.
Không phải luôn là thread.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await
Nhả thread khi chờ I/O.
Chạy tiếp khi I/O xong.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Request vào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thread nhận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Gọi I/O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await DB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Nhả thread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về pool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Chạy tiếp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khi xong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async/await tăng throughput cho I/O-bound workload vì không giữ thread khi chờ.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Dùng .Result/.Wait khiến thread bị block và dễ starvation.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DB call bị timeout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Nhận ra blocking I/O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API nhiều request, CPU thấp nhưng request timeout. Nguyên nhân nào đáng nghi nhất?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DB call await đúng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Code dùng .Result/.Wait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Tăng thread vô hạn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CPU thấp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CPU-bound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Timeout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có thể giữ thread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Blocking wait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.Result/.Wait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nghi block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.Result/.Wait giữ thread trong lúc chờ I/O.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await đúng giúp thread quay về pool; blocking wait giữ thread vô ích.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DI lifetime và race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Object sống bao lâu và khi nào bị tranh chấp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DI cấp dependency. Lifetime quyết định object sống bao lâu. Race xảy ra khi nhiều request sửa state chung.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Transient
Xin lần nào tạo mới lần đó.
Ít chia sẻ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Scoped
Một object trong một request.
Hợp web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Singleton
Một object toàn app.
Cẩn thận mutable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resolve DI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Chọn lifetime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T/S/SG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Dùng object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xử lý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Nếu shared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chống 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Singleton chỉ an toàn khi stateless hoặc state được đồng bộ hóa rõ.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Đặt List mutable trong singleton rồi nhiều request cùng ghi.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state trong singleton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dùng singleton bừa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Service singleton giữ List&lt;string&gt; và nhiều request cùng ghi. Rủi ro chính là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Race 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API versioning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CSS lỗi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State chung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List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Nhiều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cùng ghi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Không 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kết quả lệch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race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Nhiều request cùng sửa state dùng chung gây race condition.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DI không gây race; shared mutable state mới là rủi 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HttpClientFactory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Outbound call có timeout và cấu trúc rõ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HttpClientFactory giúp quản lý outbound HTTP tốt hơn: typed client, timeout, logging và resilience.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Factory
Quản lý handler/client.
Tránh tạo bừa.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Typed client
Đóng gói logic gọi ngoài.
Dễ test và đọc.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Timeout
Không chờ downstream vô hạn.
Mọi call cần giới hạn.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cần gọi ngoài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Typed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chuẩn hóa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HTTP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có timeout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Map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trả về 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Outbound call nên có timeout, logging và policy rõ thay vì gọi như local method.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new HttpClient mỗi lần và không timeout, khiến lỗi khó vận hành.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gọi Catalog nhiều lần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Chọn outbound client đúng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BasketService gọi Catalog API hàng nghìn lần/phút. Cách nào hợp hơn?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new HttpClient mỗi lần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HttpClientFactory + typed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Gọi URL string thủ công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Nhiều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cần quản lý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Factory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quản lý handler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Typed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gom logic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Factory + typed client giúp quản lý outbound call có cấu trúc.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Mục tiêu là timeout, policy, logging và testability rõ ràng.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ASP.NET Core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Request đi qua middleware trước endpoint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Request đi qua chuỗi middleware. Middleware đứng trước có thể chặn hoặc biến đổi request trước endpoint.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Middleware
Bước xử lý trong pipeline.
Ví dụ log, auth,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Routing
Chọn endpoint phù hợp.
Không khớp thì không vào.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Endpoint
Nơi request thực sự chạy
business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vào pipeline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xử lý/chặn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Routing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chọn endpoint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trả về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Thứ tự middleware ảnh hưởng trực tiếp đến auth, CORS, exception handling.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Debug controller trong khi request đã bị middleware chặn trước đó.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API bị 401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Soi pipeline đúng chỗ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Request bị 401 trước khi vào controller. Nên nghi ngờ gì trước?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Business logic controller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Auth middleware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DB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401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liên quan auth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Chưa vào 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trước endpoint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Middleware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có thể chặn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auth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Auth middleware có thể chặn request trước controller.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Pipeline giúp giải thích vì sao request chưa vào endpoint đã trả lỗi.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Authentication, JWT,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Bạn là ai và được làm gì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Authentication xác minh danh tính. Authorization kiểm tra quyền. JWT chỉ là token mang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Authentication
Xác minh user là ai.
Ví dụ login.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JWT
Token chứa claims.
API verify signature/expiry.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Authorization
Kiểm tra quyền hành động.
Role/scope/policy.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nhận token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Gửi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Bearer JWT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signature/expiry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Check quyền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allow/deny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Có token không có nghĩa là có quyền. AuthN và AuthZ phải tách rõ.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Chỉ kiểm tra token tồn tại mà quên validate signature, expiry hoặc scope.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token hợp lệ nhưng bị chặn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Phân biệt 401 và 403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User có token hợp lệ nhưng không gọi được endpoint admin. Đây là vấn đề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Authorization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Pagination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Token hợp lệ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đã xác thực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Endpoint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cần quyền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Thiếu quyền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AuthZ fail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Authorization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User đã xác thực nhưng không đủ quyền.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AuthN trả lời who are you; AuthZ trả lời what can you 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Validation, ProblemDetails,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API contract phải rõ và tiến hóa được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Validation chặn input xấu. ProblemDetails chuẩn hóa lỗi. Versioning giúp thay đổi API mà không phá client cũ.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Validation
Chặn dữ liệu xấu sớm.
Gần boundary.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ProblemDetails
Format lỗi thống nhất.
Client dễ xử lý.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Versioning
Thay đổi có lộ trình.
Giữ backward compatibility.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Nếu sai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ProblemDetails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Nếu đúng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business logic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Đổi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versioning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API tốt không chỉ chạy đúng; nó còn báo lỗi nhất quán và thay đổi có kiểm soát.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Mỗi endpoint trả một format lỗi khác nhau hoặc đổi field làm client vỡ.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lỗi API không thống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Thấy giá trị ProblemDetails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Hai endpoint trả lỗi validation bằng hai JSON khác nhau. Hệ quả lớn nhất?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Client khó parse lỗi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DB tự nhanh hơn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JWT đổi secret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Lỗi khác 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client xử riêng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Tốn công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khó tái dùng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Chuẩn hóa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ProblemDetails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Client khó xử lý lỗi thống nhất.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Validation + ProblemDetails giúp API dễ dùng và dễ vận hành hơn.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